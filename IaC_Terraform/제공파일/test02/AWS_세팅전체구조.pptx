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20" y="9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DA276-7F12-5912-9B6A-04DE4B178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87FA04-FF57-BA2F-3362-B28C5189C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1EDC87-28EA-00D3-E0BE-2141532F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058D0-6067-DAD5-B88E-FD04F2EF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ACE01-D1D8-D539-D486-063C8AB8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40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ADD17-12C3-1EB7-882A-1D5BD7CA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6393EA-897B-2FC5-CAAF-7502BC9B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FAB2-2382-6D8D-A17F-9F9A7A31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5D3A9-CF7A-7267-DADF-8F19C099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6B0972-58F2-7CBD-14A5-A91CB5F4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85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247F-8159-5C78-01E4-B1BED7C1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25BA94-F3AF-EEBB-6E30-5EAE68C23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CA98B-2573-4C1C-51CC-1BF7E9DD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B257D1-C0C1-FE17-ECD0-A4BC05E4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E9F003-EB19-B6F0-0E2E-5585B51D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59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58A13-883B-7BC4-1A29-8CAB4615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C80CBD-D82F-A3BA-F032-5971ECBD6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5F7E6D-1ED4-4EDA-4268-F7B48DED4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2AD475-426B-B028-3939-03A3AEA8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0FFE14-5238-7FBB-4342-7B5A778E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88003-A274-5678-E93F-0427146F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97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A215D-880E-39CE-3BE4-85941B2E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8CB9C-B67D-CE48-3FBB-F0B4486E8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B59D53-0178-0E71-E389-879A3F47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5D56FD-887B-A030-FF09-15053DB09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201CC-84BB-7284-67BB-81E0D68B8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684312-3F35-B796-AD63-EC23706D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43C22D-6F23-3E04-02BD-DBDCCB7A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EAD873-26BE-61DE-324E-75CECA70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67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BEFA0-B062-55FB-AAB4-6AB0DF3F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31567F-4FAD-B835-75F5-5715FF8C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C05CCE-2763-BD86-C1D0-9E8B4626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F9ADA6-4A94-6A63-2C01-2F4ECDC2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98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002A30-5DF1-D2C2-5519-DC8630B5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D2047A-9693-62E6-E647-5E63FF7A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47BE6-004F-8391-41D1-3D576B95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4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57591-32C5-EC7B-5500-B3C1E4082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4C9FB5-4D04-7303-5A2C-60F6F77F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6B3BA9-5FEC-0CB8-4FB7-EE513665C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8A5F8B-658F-0690-CC58-86770214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8B5D2-C357-A5C8-B8F6-79F1E7F0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2AA88F-2048-7F8C-9C0D-387456B9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C792A-0439-AF66-3670-83D5B2D1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E7785E-DF5E-C3C2-DFF7-91C084DD6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A0D05B-C385-FF2F-B2EF-C8E7DF349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ED001-D6EB-CD2B-C3E4-770E4505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C2BAA3-D0DD-2BB5-F65F-D8A5CC8A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2B514-5DC8-43E3-07EA-C972F77D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7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9CFD6-9BB4-4554-B333-445D42DA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31F0F6-45D5-1A1D-4AFD-CC7B911A2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F4189-194C-1431-3E27-C8E443BC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CCA75-B786-A997-8B21-99D48D74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51B74-A97E-7005-C8BA-E6921F0E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30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CCE0CC-12B3-33DD-5582-52501E23F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2766ED-D3A1-1005-3735-225E93AC2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2B838-6652-179D-43F0-65322794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21B71-33CE-6F64-7CEC-D9794387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2DDFB4-5035-C6FE-07D7-CD479ABF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1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770446-6216-DE92-CA1E-CE7814E2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C6A699-D5F6-1EA3-CCF1-0E3AAF1F0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1D9E4-C492-786D-AFC0-5D0E93002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96BA4-B58B-46AC-A3BD-A14E22667C4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1C537-9BC3-488B-F11A-FA2B875C3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13FFA-0F82-F48E-C712-FE9B6A17B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FCFDF-7417-4F81-B41A-9B7BB3254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74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96A8-853C-04A5-EE1F-C6389283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785BF6F-E60F-21E0-BDA3-E027C36C928C}"/>
              </a:ext>
            </a:extLst>
          </p:cNvPr>
          <p:cNvGrpSpPr/>
          <p:nvPr/>
        </p:nvGrpSpPr>
        <p:grpSpPr>
          <a:xfrm>
            <a:off x="1566153" y="402351"/>
            <a:ext cx="10071106" cy="6053297"/>
            <a:chOff x="1707242" y="611044"/>
            <a:chExt cx="9232900" cy="5777055"/>
          </a:xfrm>
        </p:grpSpPr>
        <p:sp>
          <p:nvSpPr>
            <p:cNvPr id="6" name="Rectangle 54">
              <a:extLst>
                <a:ext uri="{FF2B5EF4-FFF2-40B4-BE49-F238E27FC236}">
                  <a16:creationId xmlns:a16="http://schemas.microsoft.com/office/drawing/2014/main" id="{78C7A2AA-AA7C-BEE0-6E28-CD507A7158AF}"/>
                </a:ext>
              </a:extLst>
            </p:cNvPr>
            <p:cNvSpPr/>
            <p:nvPr/>
          </p:nvSpPr>
          <p:spPr>
            <a:xfrm>
              <a:off x="1707242" y="611044"/>
              <a:ext cx="9232900" cy="5777055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8" name="Graphic 55" descr="AWS Cloud group icon with AWS logo.">
              <a:extLst>
                <a:ext uri="{FF2B5EF4-FFF2-40B4-BE49-F238E27FC236}">
                  <a16:creationId xmlns:a16="http://schemas.microsoft.com/office/drawing/2014/main" id="{59807C0E-E435-A46F-8939-F75F5A502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707242" y="611045"/>
              <a:ext cx="381000" cy="381000"/>
            </a:xfrm>
            <a:prstGeom prst="rect">
              <a:avLst/>
            </a:prstGeom>
          </p:spPr>
        </p:pic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57D98B0-FA1E-EAE9-D0B7-358B788C7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453301" y="893010"/>
            <a:ext cx="8694598" cy="521012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 – </a:t>
            </a:r>
            <a:r>
              <a:rPr lang="en-US" sz="1200" b="1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10.250.0.0/16</a:t>
            </a: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10954C9F-D12E-AE7D-FB94-57AE91783646}"/>
              </a:ext>
            </a:extLst>
          </p:cNvPr>
          <p:cNvSpPr/>
          <p:nvPr/>
        </p:nvSpPr>
        <p:spPr bwMode="auto">
          <a:xfrm>
            <a:off x="2986307" y="1482496"/>
            <a:ext cx="3920332" cy="2879388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ap-northeast-2a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defRPr/>
            </a:pPr>
            <a:r>
              <a:rPr lang="en-US" altLang="ko-KR" dirty="0"/>
              <a:t>ap-nortap-northeast-2a</a:t>
            </a:r>
          </a:p>
          <a:p>
            <a:pPr algn="ctr">
              <a:defRPr/>
            </a:pPr>
            <a:r>
              <a:rPr lang="en-US" altLang="ko-KR" dirty="0"/>
              <a:t>heast-2a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3" descr="Public subnet group border.">
            <a:extLst>
              <a:ext uri="{FF2B5EF4-FFF2-40B4-BE49-F238E27FC236}">
                <a16:creationId xmlns:a16="http://schemas.microsoft.com/office/drawing/2014/main" id="{41F1CC95-9F63-1C91-4880-FEB8BA51E2B7}"/>
              </a:ext>
            </a:extLst>
          </p:cNvPr>
          <p:cNvSpPr/>
          <p:nvPr/>
        </p:nvSpPr>
        <p:spPr>
          <a:xfrm>
            <a:off x="3248645" y="2163431"/>
            <a:ext cx="3473170" cy="1694437"/>
          </a:xfrm>
          <a:prstGeom prst="rect">
            <a:avLst/>
          </a:prstGeom>
          <a:noFill/>
          <a:ln w="15875" cmpd="sng">
            <a:solidFill>
              <a:srgbClr val="7AA11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subnet-01(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10.250.1.0/24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Graphic 80" descr="EC2 instance contents group icon. ">
            <a:extLst>
              <a:ext uri="{FF2B5EF4-FFF2-40B4-BE49-F238E27FC236}">
                <a16:creationId xmlns:a16="http://schemas.microsoft.com/office/drawing/2014/main" id="{D1D507CC-1C8A-ED7B-9CCE-F8BE4B1A0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69755" y="2735784"/>
            <a:ext cx="549729" cy="549729"/>
          </a:xfrm>
          <a:prstGeom prst="rect">
            <a:avLst/>
          </a:prstGeom>
        </p:spPr>
      </p:pic>
      <p:pic>
        <p:nvPicPr>
          <p:cNvPr id="9" name="Graphic 80" descr="EC2 instance contents group icon. ">
            <a:extLst>
              <a:ext uri="{FF2B5EF4-FFF2-40B4-BE49-F238E27FC236}">
                <a16:creationId xmlns:a16="http://schemas.microsoft.com/office/drawing/2014/main" id="{C17D84C8-58DF-EDD4-A43A-0FE65BE99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10365" y="2735783"/>
            <a:ext cx="549729" cy="549729"/>
          </a:xfrm>
          <a:prstGeom prst="rect">
            <a:avLst/>
          </a:prstGeom>
        </p:spPr>
      </p:pic>
      <p:sp>
        <p:nvSpPr>
          <p:cNvPr id="11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6247D6AF-B37A-4C8E-7593-C77DFF11B75C}"/>
              </a:ext>
            </a:extLst>
          </p:cNvPr>
          <p:cNvSpPr/>
          <p:nvPr/>
        </p:nvSpPr>
        <p:spPr bwMode="auto">
          <a:xfrm>
            <a:off x="7088149" y="1488979"/>
            <a:ext cx="3920332" cy="2879388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  <a:b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ap-northeast-2c</a:t>
            </a:r>
          </a:p>
        </p:txBody>
      </p:sp>
      <p:sp>
        <p:nvSpPr>
          <p:cNvPr id="13" name="Rectangle 43" descr="Public subnet group border.">
            <a:extLst>
              <a:ext uri="{FF2B5EF4-FFF2-40B4-BE49-F238E27FC236}">
                <a16:creationId xmlns:a16="http://schemas.microsoft.com/office/drawing/2014/main" id="{326A0E2F-1A22-E626-2A9E-B19EDE7CD058}"/>
              </a:ext>
            </a:extLst>
          </p:cNvPr>
          <p:cNvSpPr/>
          <p:nvPr/>
        </p:nvSpPr>
        <p:spPr>
          <a:xfrm>
            <a:off x="7350487" y="2169914"/>
            <a:ext cx="3473170" cy="1694437"/>
          </a:xfrm>
          <a:prstGeom prst="rect">
            <a:avLst/>
          </a:prstGeom>
          <a:noFill/>
          <a:ln w="15875" cmpd="sng">
            <a:solidFill>
              <a:srgbClr val="7AA11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subnet-02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(10.250.2.0/24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17" name="Group 5" descr="Internet gateway service icon on VPC container.">
            <a:extLst>
              <a:ext uri="{FF2B5EF4-FFF2-40B4-BE49-F238E27FC236}">
                <a16:creationId xmlns:a16="http://schemas.microsoft.com/office/drawing/2014/main" id="{B543DE52-7B54-8D0C-20E9-F73D07EDD20F}"/>
              </a:ext>
            </a:extLst>
          </p:cNvPr>
          <p:cNvGrpSpPr/>
          <p:nvPr/>
        </p:nvGrpSpPr>
        <p:grpSpPr>
          <a:xfrm>
            <a:off x="2150840" y="2922190"/>
            <a:ext cx="591500" cy="734199"/>
            <a:chOff x="7739474" y="1855841"/>
            <a:chExt cx="591500" cy="734199"/>
          </a:xfrm>
        </p:grpSpPr>
        <p:pic>
          <p:nvPicPr>
            <p:cNvPr id="18" name="Graphic 10" descr="Internet gateway resource icon for the Amazon VPC service.">
              <a:extLst>
                <a:ext uri="{FF2B5EF4-FFF2-40B4-BE49-F238E27FC236}">
                  <a16:creationId xmlns:a16="http://schemas.microsoft.com/office/drawing/2014/main" id="{07157D05-9A70-B1DF-70E4-7BFDA8113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7799044" y="1855841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67E95CBC-C1A3-6C20-8C2A-3FF57087D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9474" y="2313041"/>
              <a:ext cx="5915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IGW</a:t>
              </a:r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626FFE2E-5096-365C-233E-E45102970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6307" y="4761103"/>
            <a:ext cx="952633" cy="79068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79CDF5F-AEDA-2CAA-EF3E-E7E6DEDCEF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2489" y="4818253"/>
            <a:ext cx="601740" cy="51955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441CFF1-ECE9-6304-2312-0150E0E48F4A}"/>
              </a:ext>
            </a:extLst>
          </p:cNvPr>
          <p:cNvSpPr txBox="1"/>
          <p:nvPr/>
        </p:nvSpPr>
        <p:spPr>
          <a:xfrm>
            <a:off x="3992879" y="5303520"/>
            <a:ext cx="1290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  <a:endParaRPr lang="ko-KR" altLang="en-US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B403D0-B59C-D35A-5CA3-25884F05ACDC}"/>
              </a:ext>
            </a:extLst>
          </p:cNvPr>
          <p:cNvSpPr txBox="1"/>
          <p:nvPr/>
        </p:nvSpPr>
        <p:spPr>
          <a:xfrm>
            <a:off x="3812547" y="495730"/>
            <a:ext cx="347317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500" b="0" dirty="0">
                <a:solidFill>
                  <a:srgbClr val="001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 </a:t>
            </a:r>
            <a:r>
              <a:rPr lang="en-US" altLang="ko-KR" sz="15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ko-KR" sz="1500" b="0" dirty="0">
                <a:solidFill>
                  <a:srgbClr val="001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5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"ap-northeast-2"</a:t>
            </a:r>
            <a:endParaRPr lang="en-US" altLang="ko-KR" sz="15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48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</Words>
  <Application>Microsoft Office PowerPoint</Application>
  <PresentationFormat>와이드스크린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차승현</dc:creator>
  <cp:lastModifiedBy>차승현</cp:lastModifiedBy>
  <cp:revision>10</cp:revision>
  <dcterms:created xsi:type="dcterms:W3CDTF">2025-07-03T06:53:11Z</dcterms:created>
  <dcterms:modified xsi:type="dcterms:W3CDTF">2025-12-04T02:10:35Z</dcterms:modified>
</cp:coreProperties>
</file>