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Noto Sans KR"/>
      <p:regular r:id="rId19"/>
      <p:bold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19E41A-532A-4A4F-B042-9831E1AA84E1}">
  <a:tblStyle styleId="{A719E41A-532A-4A4F-B042-9831E1AA84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.fntdata"/><Relationship Id="rId10" Type="http://schemas.openxmlformats.org/officeDocument/2006/relationships/slide" Target="slides/slide4.xml"/><Relationship Id="rId21" Type="http://schemas.openxmlformats.org/officeDocument/2006/relationships/font" Target="fonts/Poppins-regular.fntdata"/><Relationship Id="rId13" Type="http://schemas.openxmlformats.org/officeDocument/2006/relationships/slide" Target="slides/slide7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KR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5862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2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5조: 구도연, 고영진, 신민서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1109" y="461486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20145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 기반 카페 키오스크 서비스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86137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2030 고객 경험 혁신을 위한 스마트 키오스크 시스템 설계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3363366"/>
            <a:ext cx="952500" cy="571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2420391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52501" y="3706266"/>
            <a:ext cx="788684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메가커피를 벤치마킹하여 신속한 주문 프로세스를 구축하고,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점주에게는 정밀한 매출 통계 기능을 제공하는 고효율 비즈니스 솔루션입니다.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27509" y="3033712"/>
            <a:ext cx="149869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027509" y="4462462"/>
            <a:ext cx="14986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주문 단계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376" y="3519487"/>
            <a:ext cx="592782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4943326" y="3033712"/>
            <a:ext cx="149869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943326" y="4462462"/>
            <a:ext cx="14986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주문 단계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핵심 목표: 주문 시간 단축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354192" y="3262312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2030 타겟팅 전략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354192" y="3681412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 입력 단계를 제거하고 '전화번호+비밀번호' 기반의 간편 인증 및 최근 주문 내역 기반 퀵오더를 통해 압도적인 결제 속도를 구현합니다.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440483"/>
            <a:ext cx="350520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2440483"/>
            <a:ext cx="3486150" cy="2920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69108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878633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869108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시스템 액터(ACTOR) 정의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545383"/>
            <a:ext cx="28403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비회원 (General)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4012108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카테고리 조회, 상세 옵션 선택, 장바구니 관리 및 일반 결제를 수행하는 기본 액터입니다.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43450" y="3554908"/>
            <a:ext cx="28403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 (Member)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3450" y="4021633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전화번호 기반 간편 가입, 포인트 적립 및 사용, 과거 주문 이력 조회 및 퀵오더 기능을 활용합니다.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24875" y="3545383"/>
            <a:ext cx="28403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관리자 (Admin)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24875" y="4012108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CRUD 관리, 매출 통계 분석, 주문 취소 및 회원 목록 조회를 담당하는 시스템 마스터입니다.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5751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8138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0526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29137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비회원: 주문 프로세스 유즈케이스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77490" y="292893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조회: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카테고리별 최대 5개 메뉴 노출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77490" y="345281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옵션 선택: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사이즈, 온도, 카페인 유무 커스텀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77490" y="397668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장바구니: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실시간 수량 수정 및 항목 삭제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77490" y="450056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결제하기: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금액 확인 후 주문 승인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55758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08146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605337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회원: 개인화 및 퀵오더 유즈케이스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334125" y="2700337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 전용 편의 기능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34125" y="3138487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단 2번의 터치로 완료되는 주문 경험을 제공합니다.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640115" y="352901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퀵오더: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최근 주문 이력을 불러와 즉시 주문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40115" y="405288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전자 영수증: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과거 주문 이력 실시간 조회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40115" y="457676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포인트 관리: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구매 시 자동 적립 및 결제 시 사용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08945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3750" y="3708945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5715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관리자 전용 운영 모드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17049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데이터 기반 매장 운영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143125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점주는 키오스크의 관리자 모드를 통해 실시간 메뉴 품절 처리 및 가격 수정을 진행할 수 있습니다. 특히 일/주/월별 매출 데이터를 정량적으로 분석하여 경영 의사 결정을 지원합니다.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408994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통계 분석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333750" y="408994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메뉴 관리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571500" y="2519362"/>
            <a:ext cx="11049000" cy="2314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571500" y="251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{A719E41A-532A-4A4F-B042-9831E1AA84E1}</a:tableStyleId>
              </a:tblPr>
              <a:tblGrid>
                <a:gridCol w="2223800"/>
                <a:gridCol w="5057475"/>
                <a:gridCol w="3767725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카테고리명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메뉴 구성 (최대 5개)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관리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커피 (Coffee)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아메리카노, 카페라떼, 바닐라라떼, 콜드브루, 카푸치노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온도(Hot/Ice), 사이즈(R/L), 카페인 유무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논커피 (Non-Coffee)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초코라떼, 딸기라떼, 복숭아아이스티, 에이드, 스무디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휘핑 유무, 토핑 추가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디저트 (Dessert)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치즈케이크, 초코케이크, 마카롱, 쿠키, 허니브레드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포장 여부, 데움 옵션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571500" y="36861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795289" y="36861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852767" y="36861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257675"/>
            <a:ext cx="2223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795289" y="4257675"/>
            <a:ext cx="50574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852767" y="4257675"/>
            <a:ext cx="3767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DB 모델링: 카테고리 및 메뉴 구조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119687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카테고리를 테이블화하여 확장성을 확보하고, 옵션 데이터베이스 모델링을 통해 복합 메뉴 구성을 지원합니다.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82913"/>
            <a:ext cx="3368129" cy="92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3973413"/>
            <a:ext cx="2949029" cy="139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248025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71900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29577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비즈니스 로직 및 포인트 정책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097113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포인트 적립 및 사용 수식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34125" y="27241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핵심 예외 처리 시나리오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00100" y="4208412"/>
            <a:ext cx="29490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* 적립 포인트 1,000원 이상 시 현금처럼 사용 가능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40115" y="3219450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취소: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관리자 승인 시 사용 포인트 즉시 환불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40115" y="3743325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품절 관리: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재고 0인 경우 메뉴 UI 실시간 비활성화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40115" y="4267200"/>
            <a:ext cx="498038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수정: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결제 완료 후 사용자 수정 불가 (추가 주문만 가능)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분석: 매출 통계 데이터 시뮬레이션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48337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"시간대별/요일별 매출 추이를 통해 2030 주 이용 시간대를 분석하고 맞춤형 프로모션을 기획할 수 있습니다."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0"/>
            <a:ext cx="243066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3810000"/>
            <a:ext cx="243066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3810000"/>
            <a:ext cx="243066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3810000"/>
            <a:ext cx="243066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71500" y="435768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프로젝트 개발 마일스톤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30760" y="4019550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1: 분석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81050" y="4371975"/>
            <a:ext cx="2011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유즈케이스 설계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3603441" y="4019550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2: 설계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653730" y="4371975"/>
            <a:ext cx="2011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MySQL 모델링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MVC 패턴 구조화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476121" y="4019550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3: 개발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526410" y="4371975"/>
            <a:ext cx="2011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구현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UI 연동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348802" y="4019550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4: 테스트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399091" y="4371975"/>
            <a:ext cx="20115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예외 로직 점검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배포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05300"/>
            <a:ext cx="110490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295275" y="200025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32956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Java 기반 카페 키오스크 서비스 설계 보고를 마칩니다.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